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lineClusteredColumnComboChart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10 Suppliers by Past Due $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 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Risk $ Mix (Drivers)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Site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Program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Commodity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502f8bf-02d7-478f-ba05-f29f67af349f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6fd92fe56f34970" /><Relationship Type="http://schemas.openxmlformats.org/officeDocument/2006/relationships/slideLayout" Target="/ppt/slideLayouts/slideLayout8.xml" Id="Rb313fb852d804869" /><Relationship Type="http://schemas.openxmlformats.org/officeDocument/2006/relationships/hyperlink" Target="https://app.powerbi.com/groups/me/reports/e502f8bf-02d7-478f-ba05-f29f67af349f/?pbi_source=PowerPoint" TargetMode="External" Id="RelId0" /><Relationship Type="http://schemas.openxmlformats.org/officeDocument/2006/relationships/image" Target="/ppt/media/image4.png" Id="imgId10937247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supply_chain_dashboard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12/23/2025 7:43:56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12/23/2025 7:42:23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lineClusteredColumnComboChart ,Top 10 Suppliers by Past Due $ ,Action Table ,Risk $ Mix (Drivers) ,textbox ,actionButton ,Date ,Site ,Program ,Commodity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093724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📃  Overview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